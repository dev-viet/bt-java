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F7A18-9C30-D798-9DF2-64C878458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3B1A8-8D10-36F1-9325-588209E9C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08BF4-86C0-7497-1D53-D74D4FF4C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79E6D-0D6E-E933-3276-152459FDC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8B180-8D78-222C-FEF9-96A0EC9E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1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BEF51-7A46-74E0-7DAD-D1D149BB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5A21F-D34F-D9DC-10E4-FA2E148A4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169E1-55D4-0609-8377-E7872D677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D551A-0C3B-91B9-5D5C-154AA171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7A82F-906A-B1FE-0627-D0755435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84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8176-8D76-E4B9-E445-E42AF348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F8A88-CDC0-7D29-6454-57D02C04B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7EA95-86FD-02A8-C830-02F8C82E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FAA05-EFC6-03D4-6B64-71AA7AB7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825A6-0176-5B45-4FA1-326750BF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11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B97A-4E94-40C3-23D4-59D7BF86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2DAD0-7567-ABB1-5318-D9A5E8ACD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1BC3A-6DDE-C793-51A0-E945B5F72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A66B1-FDA1-B93A-C41B-5332BDDC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1A018-01D6-A08D-1C53-5A5A37AD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D7FCF-1E94-16D8-7AAB-6D863EEB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23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818B-E14B-631F-690C-B6835AA6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FE562-ABD0-ACF5-B681-191A899EA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75441-3F59-F8AD-5225-D69F3A482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6B55F0-D0D0-04C7-2351-12C7B98AB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25D58-01FE-3525-2B8B-FB345CB99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41E7F-B5DF-C5C8-0965-CE86197D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23A9E-6EBF-15DA-B10B-BDA6A07D6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A060B-8A54-6120-0300-FDF93F0B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75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D059-65DB-5C63-9565-29DF490F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EDB711-7B16-1D53-EA0B-75A9C6F72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9633C5-4B33-A243-6A03-96A76F68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55405-13D7-4EE9-B122-63B3D51F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1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97B97-B8C0-6EF2-A08C-11DFC394A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C9B55-5839-E6DA-E3EE-1A39F079B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620C3-168E-3021-A485-C5738B6B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77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8987-7EA6-EDB6-B836-2F710D105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C6DFF-A1B4-B787-7447-6962C6AE7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CF7B2-5518-BAB3-E08C-3872C08E9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5D357-3D5B-2670-F016-71C3DE611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DC8AD-AA46-366A-ADAA-083F6BF97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4BAC1-E2A0-C600-0F72-0EB16B18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02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371A-0114-A51A-C106-709BBB7D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D3CD57-23CE-2F3E-3679-BB0B432B9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55B18-1053-A7D7-3D2B-6D1F14251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5737-1890-BBA0-35F8-83D2A651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41A89-B201-B925-E408-57C791493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18243-1F00-8B4A-13B8-F3BB5A3A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3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CC53-B688-1770-F2AC-6987441D9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946F0-75E3-1E5F-C143-1898D1857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A10E4-C0E9-3627-644C-F2FB6FE0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4BE8E-C5C2-DE5B-F372-22893834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0654A-FAFC-E664-BBF9-7F8249D1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59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BE0D-39A7-3E7B-3CB7-A8B254EBA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A6C34-5D74-2BE1-C305-B42457ED1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2AE21-1E73-4F4E-8BE4-85543DA7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3D637-6357-7D2A-99DE-3685E70B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5EDB2-78C2-140F-B41D-AE72AEBD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8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4130B0-A978-79AB-5321-76AD274F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D5AE2-8483-8D85-2342-21FCF71FE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0F9E8-68B2-9CC4-602C-4BB548D25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89774-22EF-4108-9E29-C69B22C6FF6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DF7B5-4F08-196B-5655-89A51F818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3A0E7-224D-3E3F-47E6-21F15FA5A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F5F6F-591C-48EA-B6F6-1538E91F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EACE-3841-B5CC-FF49-46A441379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notebook with writing on it&#10;&#10;Description automatically generated">
            <a:extLst>
              <a:ext uri="{FF2B5EF4-FFF2-40B4-BE49-F238E27FC236}">
                <a16:creationId xmlns:a16="http://schemas.microsoft.com/office/drawing/2014/main" id="{DD26D3BD-7CDD-DC33-6824-B07C55728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</p:spPr>
      </p:pic>
    </p:spTree>
    <p:extLst>
      <p:ext uri="{BB962C8B-B14F-4D97-AF65-F5344CB8AC3E}">
        <p14:creationId xmlns:p14="http://schemas.microsoft.com/office/powerpoint/2010/main" val="3090761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BB4B0-D978-1B13-F06E-67484808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Content Placeholder 12" descr="A notebook with writing on it&#10;&#10;Description automatically generated">
            <a:extLst>
              <a:ext uri="{FF2B5EF4-FFF2-40B4-BE49-F238E27FC236}">
                <a16:creationId xmlns:a16="http://schemas.microsoft.com/office/drawing/2014/main" id="{FC7E5B55-C9BB-380D-0B2B-3B5CF7848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</p:spPr>
      </p:pic>
    </p:spTree>
    <p:extLst>
      <p:ext uri="{BB962C8B-B14F-4D97-AF65-F5344CB8AC3E}">
        <p14:creationId xmlns:p14="http://schemas.microsoft.com/office/powerpoint/2010/main" val="204068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19DC7-B615-FBA1-F6E8-A388E7C3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ece of paper with writing on it&#10;&#10;Description automatically generated">
            <a:extLst>
              <a:ext uri="{FF2B5EF4-FFF2-40B4-BE49-F238E27FC236}">
                <a16:creationId xmlns:a16="http://schemas.microsoft.com/office/drawing/2014/main" id="{E1F9DA39-4BF7-B4CF-CF5E-B1850B7FC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</p:spPr>
      </p:pic>
    </p:spTree>
    <p:extLst>
      <p:ext uri="{BB962C8B-B14F-4D97-AF65-F5344CB8AC3E}">
        <p14:creationId xmlns:p14="http://schemas.microsoft.com/office/powerpoint/2010/main" val="257194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6359-13A4-2B15-FF92-28BF3E2A0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notebook with writing on it&#10;&#10;Description automatically generated">
            <a:extLst>
              <a:ext uri="{FF2B5EF4-FFF2-40B4-BE49-F238E27FC236}">
                <a16:creationId xmlns:a16="http://schemas.microsoft.com/office/drawing/2014/main" id="{BB631660-DF89-8C7B-20A8-B98743424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</p:spPr>
      </p:pic>
    </p:spTree>
    <p:extLst>
      <p:ext uri="{BB962C8B-B14F-4D97-AF65-F5344CB8AC3E}">
        <p14:creationId xmlns:p14="http://schemas.microsoft.com/office/powerpoint/2010/main" val="253942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4E01E-4CE4-3D83-FB8F-5CE4CE3F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ece of paper with writing on it&#10;&#10;Description automatically generated">
            <a:extLst>
              <a:ext uri="{FF2B5EF4-FFF2-40B4-BE49-F238E27FC236}">
                <a16:creationId xmlns:a16="http://schemas.microsoft.com/office/drawing/2014/main" id="{C84E2F6A-9B83-63E5-578F-8A28AF1CF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</p:spPr>
      </p:pic>
    </p:spTree>
    <p:extLst>
      <p:ext uri="{BB962C8B-B14F-4D97-AF65-F5344CB8AC3E}">
        <p14:creationId xmlns:p14="http://schemas.microsoft.com/office/powerpoint/2010/main" val="3297140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Việt Quốc</dc:creator>
  <cp:lastModifiedBy>Việt Quốc</cp:lastModifiedBy>
  <cp:revision>1</cp:revision>
  <dcterms:created xsi:type="dcterms:W3CDTF">2026-01-07T10:05:38Z</dcterms:created>
  <dcterms:modified xsi:type="dcterms:W3CDTF">2026-01-07T10:18:24Z</dcterms:modified>
</cp:coreProperties>
</file>